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9"/>
  </p:notesMasterIdLst>
  <p:sldIdLst>
    <p:sldId id="256" r:id="rId7"/>
    <p:sldId id="257" r:id="rId8"/>
    <p:sldId id="258" r:id="rId1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notesMaster" Target="notesMasters/notesMaster1.xml"/><Relationship Id="rId10" Type="http://schemas.openxmlformats.org/officeDocument/2006/relationships/slide" Target="slides/slide3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各特徴について競合製品との比較を説明してください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sz="3600" b="1"/>
              <a:t>新製品の特徴をご紹介します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800" b="1"/>
              <a:t>高性能AIエンジン搭載の利点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000"/>
              <a:t>処理速度が従来比200%向上</a:t>
            </a:r>
          </a:p>
          <a:p>
            <a:pPr/>
            <a:r>
              <a:rPr sz="2000"/>
              <a:t>完全オフライン動作：社内機密を保護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800" b="1"/>
              <a:t>導入実績・まとめ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000"/>
              <a:t>導入実績：国内製造業50社以上、平均ROI 180%</a:t>
            </a:r>
          </a:p>
          <a:p>
            <a:pPr/>
            <a:r>
              <a:rPr sz="2000"/>
              <a:t>無料トライアル30日間実施中</a:t>
            </a:r>
          </a:p>
          <a:p>
            <a:pPr/>
            <a:r>
              <a:rPr sz="2000"/>
              <a:t>お問い合わせ：sales@example.co.jp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