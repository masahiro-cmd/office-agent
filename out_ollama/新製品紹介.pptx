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600" b="1"/>
              <a:t>新製品紹介2026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製品の特徴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高性能AIエンジン搭載</a:t>
            </a:r>
          </a:p>
          <a:p>
            <a:pPr/>
            <a:r>
              <a:rPr sz="2000"/>
              <a:t>完全オフライン動作</a:t>
            </a:r>
          </a:p>
          <a:p>
            <a:pPr/>
            <a:r>
              <a:rPr sz="2000"/>
              <a:t>低コスト運用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まとめ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革新的な技術</a:t>
            </a:r>
          </a:p>
          <a:p>
            <a:pPr/>
            <a:r>
              <a:rPr sz="2000"/>
              <a:t>お問い合わせはこちら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