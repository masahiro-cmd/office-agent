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新製品紹介2026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高性能AIエンジン搭載：処理速度が従来比200%向上</a:t>
            </a:r>
          </a:p>
          <a:p>
            <a:r>
              <a:rPr sz="2000"/>
              <a:t>完全オフライン動作：インターネット不要で社内機密を保護</a:t>
            </a:r>
          </a:p>
          <a:p>
            <a:r>
              <a:rPr sz="2000"/>
              <a:t>低コスト運用：月額利用料0円、初期費用50万円のみ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製品の特徴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製品名：AIエンジン搭載の高性能コンピュータ</a:t>
            </a:r>
          </a:p>
          <a:p>
            <a:pPr/>
            <a:r>
              <a:rPr sz="2000"/>
              <a:t>処理速度：1秒あたり1000万回</a:t>
            </a:r>
          </a:p>
          <a:p>
            <a:pPr/>
            <a:r>
              <a:rPr sz="2000"/>
              <a:t>メモリーカー：64GB</a:t>
            </a:r>
          </a:p>
          <a:p>
            <a:pPr/>
            <a:r>
              <a:rPr sz="2000"/>
              <a:t>オペレーティングシステム：Windows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製品の機能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AIエンジン搭載：処理速度が従来比200%向上</a:t>
            </a:r>
          </a:p>
          <a:p>
            <a:pPr/>
            <a:r>
              <a:rPr sz="2000"/>
              <a:t>自動化ツール：作業効率を最大化するためのツール</a:t>
            </a:r>
          </a:p>
          <a:p>
            <a:pPr/>
            <a:r>
              <a:rPr sz="2000"/>
              <a:t>データ分析ツール：ビジネスデータを分析して洞察を得るためのツール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製品の価格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初期費用：50万円</a:t>
            </a:r>
          </a:p>
          <a:p>
            <a:pPr/>
            <a:r>
              <a:rPr sz="2000"/>
              <a:t>月額利用料：0円</a:t>
            </a:r>
          </a:p>
          <a:p>
            <a:pPr/>
            <a:r>
              <a:rPr sz="2000"/>
              <a:t>オプション：追加機能を購入したい場合は、ご注文ください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